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Monyawn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Premium Enterprise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opportunity operations with disciplined AI assistance, durable handoff packaging, and trust boundaries that stay tied to the real product.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303580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8DDC7"/>
          </a:solidFill>
          <a:ln w="12700">
            <a:solidFill>
              <a:srgbClr val="E8DDC7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0896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3035808"/>
            <a:ext cx="1901952" cy="310896"/>
          </a:xfrm>
          <a:prstGeom prst="roundRect">
            <a:avLst>
              <a:gd name="adj" fmla="val 23529"/>
            </a:avLst>
          </a:prstGeom>
          <a:solidFill>
            <a:srgbClr val="DCE5EC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310896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Export-first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98848" y="3035808"/>
            <a:ext cx="2322576" cy="310896"/>
          </a:xfrm>
          <a:prstGeom prst="roundRect">
            <a:avLst>
              <a:gd name="adj" fmla="val 23529"/>
            </a:avLst>
          </a:prstGeom>
          <a:solidFill>
            <a:srgbClr val="D9E9E1"/>
          </a:solidFill>
          <a:ln w="12700">
            <a:solidFill>
              <a:srgbClr val="D9E9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31089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Human-reviewable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37673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deck covers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406908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4443984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79976"/>
            <a:ext cx="5870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Monyawn is and why local-first matters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4864608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800600"/>
            <a:ext cx="5870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product posture and buyer-safe claim boundaries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5285232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5221224"/>
            <a:ext cx="5870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path for trust, diligence, and controlled topics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5705856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5641848"/>
            <a:ext cx="5870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serious buyers can evaluate the product without guesswork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66760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product truth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66760" y="12618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66760" y="1636776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1352" y="1572768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Monyawn-hosted opportunity-data retention for standard use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2057400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1352" y="19933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Multi-opportunity workspace with one selected opportunity at a time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66760" y="2478024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1352" y="2414016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 handoff with JSON, Markdown, and PDF artifacts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66760" y="2898648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31352" y="2834640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 and residency topics require controlled review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www.monyawn.com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Monyawn is, in practical enterprise terms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premium impression comes from clarity: strong workflow value, visible trust posture, and no inflated platform claims.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6616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99339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322576"/>
            <a:ext cx="323697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opportunity workflows, candidate story support, structured extraction, coaching, and durable handoff artifacts designed to keep decisions reviewable and portable.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66160" cy="3566160"/>
          </a:xfrm>
          <a:prstGeom prst="roundRect">
            <a:avLst>
              <a:gd name="adj" fmla="val 1282"/>
            </a:avLst>
          </a:prstGeom>
          <a:solidFill>
            <a:srgbClr val="F3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9704" y="199339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posture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9704" y="2322576"/>
            <a:ext cx="323697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by design. Export-first for durable retention. Human-reviewable AI. Controlled routing for sovereignty, legal, pricing, and deployment questions.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3566160" cy="3566160"/>
          </a:xfrm>
          <a:prstGeom prst="roundRect">
            <a:avLst>
              <a:gd name="adj" fmla="val 1282"/>
            </a:avLst>
          </a:prstGeom>
          <a:solidFill>
            <a:srgbClr val="FAF1E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74736" y="199339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 not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74736" y="2322576"/>
            <a:ext cx="323697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default hosted SaaS with company-side opportunity-data retention. Not a documented sovereign-hosted offer. Not a platform that should imply certifications without explicit evidence.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www.monyawn.com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local-first matters for enterprise review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Monyawn’s current product posture reduces hidden data-custody assumptions and gives buyers a simpler starting point for trust evaluation.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657600" cy="3429000"/>
          </a:xfrm>
          <a:prstGeom prst="roundRect">
            <a:avLst>
              <a:gd name="adj" fmla="val 1333"/>
            </a:avLst>
          </a:prstGeom>
          <a:solidFill>
            <a:srgbClr val="FCFBF7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20391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posture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368296"/>
            <a:ext cx="332841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opportunity data stays on the user-controlled device in the current local-first product model. Durable handoff happens through ZIP export packages with canonical JSON restore authority.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53712" y="1874520"/>
            <a:ext cx="3154680" cy="342900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18304" y="203911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buyers care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18304" y="2368296"/>
            <a:ext cx="282549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posture makes data custody easier to reason about, keeps workflow artifacts portable, and avoids pretending Monyawn already offers hosted or sovereign capabilities it has not documented.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27848" y="1874520"/>
            <a:ext cx="3611880" cy="3429000"/>
          </a:xfrm>
          <a:prstGeom prst="roundRect">
            <a:avLst>
              <a:gd name="adj" fmla="val 1333"/>
            </a:avLst>
          </a:prstGeom>
          <a:solidFill>
            <a:srgbClr val="EEF4F1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039112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topics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2368296"/>
            <a:ext cx="328269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deployment, residency guarantees, sovereign patterns, and non-standard commitments are handled through explicit review, not casual sales language.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55778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8DDC7"/>
          </a:solidFill>
          <a:ln w="12700">
            <a:solidFill>
              <a:srgbClr val="E8DDC7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" y="5650992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Export-first handoff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62656" y="5577840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E7F0F6"/>
          </a:solidFill>
          <a:ln w="12700">
            <a:solidFill>
              <a:srgbClr val="E7F0F6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72384" y="5650992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hidden custody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85232" y="5577840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D9E9E1"/>
          </a:solidFill>
          <a:ln w="12700">
            <a:solidFill>
              <a:srgbClr val="D9E9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5650992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review gates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www.monyawn.com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buyers should review Monyawn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packet sequence is designed to reduce friction: sponsor first, trust second, controlled review only where needed.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383280" cy="379476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933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Packet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322576"/>
            <a:ext cx="3054096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or sponsor-first review.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one-pager, the buyer packet, and the trust-center index to establish product truth, trust posture, and the current boundary model.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1828800"/>
            <a:ext cx="3383280" cy="3794760"/>
          </a:xfrm>
          <a:prstGeom prst="roundRect">
            <a:avLst>
              <a:gd name="adj" fmla="val 1351"/>
            </a:avLst>
          </a:prstGeom>
          <a:solidFill>
            <a:srgbClr val="F3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9933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Packet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322576"/>
            <a:ext cx="3054096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and trust review.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questionnaire kit, security overview, privacy policy, AI governance policy, and accessibility statement for deeper diligence.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383280" cy="3794760"/>
          </a:xfrm>
          <a:prstGeom prst="roundRect">
            <a:avLst>
              <a:gd name="adj" fmla="val 1351"/>
            </a:avLst>
          </a:prstGeom>
          <a:solidFill>
            <a:srgbClr val="FAF1E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9933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Packet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47888" y="2322576"/>
            <a:ext cx="3054096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review packet.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add sovereignty, deployment, redline, or advanced diligence materials when buyer questions explicitly require them.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www.monyawn.com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when a buyer asks for more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buyer experience does not mean saying yes faster. It means routing harder questions to the right owners without losing momentum.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directly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249424"/>
            <a:ext cx="100584" cy="100584"/>
          </a:xfrm>
          <a:prstGeom prst="ellipse">
            <a:avLst/>
          </a:prstGeom>
          <a:solidFill>
            <a:srgbClr val="2C6B57"/>
          </a:solidFill>
          <a:ln w="12700">
            <a:solidFill>
              <a:srgbClr val="2C6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8541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definition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670048"/>
            <a:ext cx="100584" cy="100584"/>
          </a:xfrm>
          <a:prstGeom prst="ellipse">
            <a:avLst/>
          </a:prstGeom>
          <a:solidFill>
            <a:srgbClr val="2C6B57"/>
          </a:solidFill>
          <a:ln w="12700">
            <a:solidFill>
              <a:srgbClr val="2C6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60604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posture already documented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090672"/>
            <a:ext cx="100584" cy="100584"/>
          </a:xfrm>
          <a:prstGeom prst="ellipse">
            <a:avLst/>
          </a:prstGeom>
          <a:solidFill>
            <a:srgbClr val="2C6B57"/>
          </a:solidFill>
          <a:ln w="12700">
            <a:solidFill>
              <a:srgbClr val="2C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2666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overview already documented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11296"/>
            <a:ext cx="100584" cy="100584"/>
          </a:xfrm>
          <a:prstGeom prst="ellipse">
            <a:avLst/>
          </a:prstGeom>
          <a:solidFill>
            <a:srgbClr val="2C6B57"/>
          </a:solidFill>
          <a:ln w="12700">
            <a:solidFill>
              <a:srgbClr val="2C6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44728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already documented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70832" y="18745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70832" y="2249424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218541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 or residency claims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70832" y="2670048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6060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deployment commitments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70832" y="3090672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5424" y="302666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exceptions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70832" y="3511296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344728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redlines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70832" y="3931920"/>
            <a:ext cx="100584" cy="100584"/>
          </a:xfrm>
          <a:prstGeom prst="ellipse">
            <a:avLst/>
          </a:prstGeom>
          <a:solidFill>
            <a:srgbClr val="C88B3A"/>
          </a:solidFill>
          <a:ln w="12700">
            <a:solidFill>
              <a:srgbClr val="C88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386791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claims not yet documented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65008" y="1828800"/>
            <a:ext cx="3429000" cy="361188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199339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owners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2322576"/>
            <a:ext cx="309981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Assurance / Security Questionnaire Lead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Lead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Lead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Residency / Sovereignty Lead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Counsel / Contracting Lead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 / Revenue Lead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www.monyawn.com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commercial flexibility stays bounded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Monyawn can be commercially serious without letting legal or pricing language outrun the actual product.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3794760" cy="3611880"/>
          </a:xfrm>
          <a:prstGeom prst="roundRect">
            <a:avLst>
              <a:gd name="adj" fmla="val 1266"/>
            </a:avLst>
          </a:prstGeom>
          <a:solidFill>
            <a:srgbClr val="EEF4F1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99339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Allowed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322576"/>
            <a:ext cx="346557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planning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diligence coordination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and trust support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Enablement and training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review cadence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35424" y="1828800"/>
            <a:ext cx="3794760" cy="3611880"/>
          </a:xfrm>
          <a:prstGeom prst="roundRect">
            <a:avLst>
              <a:gd name="adj" fmla="val 1266"/>
            </a:avLst>
          </a:prstGeom>
          <a:solidFill>
            <a:srgbClr val="FCFBF7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0016" y="199339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0016" y="2322576"/>
            <a:ext cx="346557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expansion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exceptions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Residency or sovereignty language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deployment assumptions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Redlines that change delivery posture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57616" y="1828800"/>
            <a:ext cx="3154680" cy="3611880"/>
          </a:xfrm>
          <a:prstGeom prst="roundRect">
            <a:avLst>
              <a:gd name="adj" fmla="val 1449"/>
            </a:avLst>
          </a:prstGeom>
          <a:solidFill>
            <a:srgbClr val="FAF1E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22208" y="199339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22208" y="2322576"/>
            <a:ext cx="282549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sovereign obligations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Undocumented compliance claims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language that contradicts local-first product truth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www.monyawn.com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Monyawn is credible to evaluate 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and packet do not ask buyers to trust aspiration. They ask buyers to evaluate a disciplined current-state system with clear boundaries.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507492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3911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buyers 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68296"/>
            <a:ext cx="474573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workflow platform with clear product truth, export-first handoff packaging, guided AI assistance, and a diligence posture that routes harder questions instead of papering over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44768" y="1874520"/>
            <a:ext cx="5303520" cy="3474720"/>
          </a:xfrm>
          <a:prstGeom prst="roundRect">
            <a:avLst>
              <a:gd name="adj" fmla="val 1316"/>
            </a:avLst>
          </a:prstGeom>
          <a:solidFill>
            <a:srgbClr val="F3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3911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368296"/>
            <a:ext cx="497433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buyer packet and security questionnaire kit for first-pass review. Then route sovereignty, deployment, pricing, and contract questions through the controlled review path if the deal requires them.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562356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E8DDC7"/>
          </a:solidFill>
          <a:ln w="12700">
            <a:solidFill>
              <a:srgbClr val="E8DDC7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8408" y="5696712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product truth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99232" y="562356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7F0F6"/>
          </a:solidFill>
          <a:ln w="12700">
            <a:solidFill>
              <a:srgbClr val="E7F0F6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5696712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75504" y="562356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D9E9E1"/>
          </a:solidFill>
          <a:ln w="12700">
            <a:solidFill>
              <a:srgbClr val="D9E9E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85232" y="5696712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handoff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5623560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5E3D8"/>
          </a:solidFill>
          <a:ln w="12700">
            <a:solidFill>
              <a:srgbClr val="F5E3D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24928" y="569671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Disciplined commitment routing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www.monyawn.com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00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Monyawn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Monyawn Premium Enterprise Overview</dc:title>
  <dc:subject>Premium Enterprise Overview</dc:subject>
  <dc:creator>OpenAI Codex</dc:creator>
  <cp:lastModifiedBy>OpenAI Codex</cp:lastModifiedBy>
  <cp:revision>1</cp:revision>
  <dcterms:created xsi:type="dcterms:W3CDTF">2026-03-27T07:02:26Z</dcterms:created>
  <dcterms:modified xsi:type="dcterms:W3CDTF">2026-03-27T07:02:26Z</dcterms:modified>
</cp:coreProperties>
</file>